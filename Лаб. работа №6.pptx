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583B-1125-4739-B457-C00A49C42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2F6A3-41D2-4E88-A719-3BD8CD399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7D1CF-C113-4B49-9567-49236BB7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1C305-CDC2-4A6D-A6B8-9F2D934C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1B1FA-4670-496D-864E-F80FEC24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7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905C-8575-4A0A-B2C3-C295E5E8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9559A-B0AC-4357-A5A7-430A7C521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5229-6F1D-4961-9CA5-4F920244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F4E9-BF79-4F73-B7E5-D9D4BBFD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86A4D-594A-413F-8BD5-FCFCD5AB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70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106E-E936-4266-988D-C111DF77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67B7D-BB6C-4D67-915F-ABAEAA838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D1ABE-485B-448D-8DFE-A6ED1F12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1459-8F0E-4732-AD8C-1B41DA2A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5D3DD-768B-47C9-8CAA-620DB099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63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21B8F-0C96-4ECA-9D43-31C6906E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1D76B-4489-4EAF-A90C-D5476821D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6C0F3-1D64-452C-9DE8-DADA99E06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569D1-FEA7-4329-BD5A-23D93F18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170F6-141C-4189-B5C4-B9B51EF6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56377-AF40-4BF2-8F1C-CAA880A8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15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7C0F-6688-46C1-8071-C211BEA9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F10B1-C134-4BA3-BA6F-55C71E49B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B1D15-2A26-4001-8F83-04FF8E27E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48E177-562D-4275-B5EA-A0873FB5B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E7441-1E2C-43E2-B331-47717E3FA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2AE39-EFEC-4926-B103-82332BEA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EDBC6-9C7F-4852-A822-16F1BFB6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E82C7-FD32-4E90-84A3-9EEFB790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90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FEFB-E9CC-404B-8FFE-13D76B46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C57EC-DC22-47DD-8CB7-5403D67D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2DCB5-0D03-4E59-828B-D9E50EEF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7AD53-41BC-4AEB-914C-4645B638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96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2D6AB-45B8-4052-B330-5BA2B565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7EFFB-078F-4B44-9E86-7173EFBE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0AD53-BD69-4A81-9586-A3143332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10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5210-C967-4342-AB51-76337839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489E8-830D-4420-8447-DBFC3EEB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693B4-EB08-46AA-8A52-FA036B8D9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F4DFD-2866-4E9E-823C-74C557316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ADB7D-812E-4D84-AA21-AAD39868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24769-EFA0-439C-B3D3-6C3F7449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296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1429-AFD8-4E9D-9256-E0AA69CE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08C5A-6B1F-4CB2-9622-CD245F7DE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E82B1-EBE7-4FF8-B970-76C52EF98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00A7A-A60A-4FF2-803C-E410FA57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F81BD-B148-4383-A29C-87DF5EB0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9BE07-AD13-4DBB-A673-E6FAD7FE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23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ACDD-F368-48A1-89D2-591D2B55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67C4D-44A6-49D5-A09B-F4F96936A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0117-42BE-457E-BC82-9CA3EC99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627CC-A656-4A29-B666-D2936FB5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544AB-1FE6-48CB-8607-5AD1B27E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42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6BF757-CCD6-4018-AB36-B4E26CBFE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383B7-1A7E-411F-A4F9-9C8823E4E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C07A0-2748-46F9-B3F3-6BF84898B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FC889-2AED-4381-9A53-AA69E28E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616D9-AE76-4385-B65E-6C8748DD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82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3FC6A-343B-4EDD-87E6-25BBF50B8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06E1B-9742-41DB-BB24-9530495EC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46C9C-321E-4C4D-A23E-F89C2BA2B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14A03-4817-41A0-832F-ACB6DC63A99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1E5F8-DE50-41A7-B2E0-95CD21DB3D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C9ABF-22F8-421A-A560-C0A371032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FCB78-298C-466E-8FF2-C9F31F4E8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9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E5A7-D4A9-401A-813E-8839998D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5075" y="230587"/>
            <a:ext cx="9144000" cy="742909"/>
          </a:xfrm>
        </p:spPr>
        <p:txBody>
          <a:bodyPr>
            <a:normAutofit fontScale="90000"/>
          </a:bodyPr>
          <a:lstStyle/>
          <a:p>
            <a:r>
              <a:rPr lang="ru-RU" sz="4800" dirty="0"/>
              <a:t>Лабороторная работа №6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E40C2-D1B9-4CFC-9998-E4541BD1F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1091" y="1779974"/>
            <a:ext cx="8931965" cy="580348"/>
          </a:xfrm>
        </p:spPr>
        <p:txBody>
          <a:bodyPr>
            <a:noAutofit/>
          </a:bodyPr>
          <a:lstStyle/>
          <a:p>
            <a:r>
              <a:rPr lang="ru-RU" sz="3600" dirty="0"/>
              <a:t>Тема</a:t>
            </a:r>
            <a:r>
              <a:rPr lang="en-US" sz="3600" dirty="0"/>
              <a:t>: </a:t>
            </a:r>
            <a:r>
              <a:rPr lang="en-US" sz="3600" b="1" dirty="0"/>
              <a:t>“</a:t>
            </a:r>
            <a:r>
              <a:rPr lang="ru-RU" sz="3600" b="1" dirty="0"/>
              <a:t>Крестики-нолики</a:t>
            </a:r>
            <a:r>
              <a:rPr lang="en-US" sz="3600" b="1" dirty="0"/>
              <a:t>”</a:t>
            </a:r>
            <a:endParaRPr lang="ru-R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AB060-E7F7-4F2C-8632-9857F9447374}"/>
              </a:ext>
            </a:extLst>
          </p:cNvPr>
          <p:cNvSpPr txBox="1"/>
          <p:nvPr/>
        </p:nvSpPr>
        <p:spPr>
          <a:xfrm>
            <a:off x="6247074" y="4327497"/>
            <a:ext cx="5231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Выполнили</a:t>
            </a:r>
            <a:r>
              <a:rPr lang="en-US" sz="2400" dirty="0"/>
              <a:t>: </a:t>
            </a:r>
            <a:r>
              <a:rPr lang="ru-RU" sz="2400" dirty="0"/>
              <a:t>Бубнов Андрей ИТ-5, Карелин-Ряпосов Ратибор ИТ-6, Дозморов Егор ИТ-6</a:t>
            </a:r>
          </a:p>
        </p:txBody>
      </p:sp>
    </p:spTree>
    <p:extLst>
      <p:ext uri="{BB962C8B-B14F-4D97-AF65-F5344CB8AC3E}">
        <p14:creationId xmlns:p14="http://schemas.microsoft.com/office/powerpoint/2010/main" val="243192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746D-9357-4F17-A0DD-33393A8D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Цель и задачи работы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6C60D-70D5-470D-ABCF-718E26B5A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1049"/>
            <a:ext cx="10515600" cy="380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Задачи</a:t>
            </a:r>
            <a:r>
              <a:rPr lang="en-US" sz="2400" b="1" dirty="0"/>
              <a:t>:</a:t>
            </a:r>
          </a:p>
          <a:p>
            <a:r>
              <a:rPr lang="ru-RU" sz="2400" dirty="0"/>
              <a:t>Создать игровое поле 3</a:t>
            </a:r>
            <a:r>
              <a:rPr lang="en-US" sz="2400" dirty="0"/>
              <a:t>x3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r>
              <a:rPr lang="ru-RU" sz="2400" dirty="0"/>
              <a:t>Сделать поочередный ввод ходов.</a:t>
            </a:r>
          </a:p>
          <a:p>
            <a:endParaRPr lang="ru-RU" sz="2400" dirty="0"/>
          </a:p>
          <a:p>
            <a:r>
              <a:rPr lang="ru-RU" sz="2400" dirty="0"/>
              <a:t>Сделать проверку на победу</a:t>
            </a:r>
            <a:r>
              <a:rPr lang="en-US" sz="2400" dirty="0"/>
              <a:t>/</a:t>
            </a:r>
            <a:r>
              <a:rPr lang="ru-RU" sz="2400" dirty="0"/>
              <a:t>ничью</a:t>
            </a:r>
          </a:p>
          <a:p>
            <a:endParaRPr lang="ru-RU" sz="2400" dirty="0"/>
          </a:p>
          <a:p>
            <a:r>
              <a:rPr lang="ru-RU" sz="2400" dirty="0"/>
              <a:t>Обеспечить повтор игры без перезапуска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6E995-2FB6-455D-AC7B-03B8429DB1ED}"/>
              </a:ext>
            </a:extLst>
          </p:cNvPr>
          <p:cNvSpPr txBox="1"/>
          <p:nvPr/>
        </p:nvSpPr>
        <p:spPr>
          <a:xfrm>
            <a:off x="838200" y="1606163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Цель</a:t>
            </a:r>
            <a:r>
              <a:rPr lang="en-US" sz="2400" b="1" dirty="0"/>
              <a:t>: </a:t>
            </a:r>
            <a:r>
              <a:rPr lang="ru-RU" sz="2400" dirty="0"/>
              <a:t>Реализация игры </a:t>
            </a:r>
            <a:r>
              <a:rPr lang="en-US" sz="2400" dirty="0"/>
              <a:t>“</a:t>
            </a:r>
            <a:r>
              <a:rPr lang="ru-RU" sz="2400" dirty="0"/>
              <a:t>Крестики-нолики</a:t>
            </a:r>
            <a:r>
              <a:rPr lang="en-US" sz="2400" dirty="0"/>
              <a:t>” </a:t>
            </a:r>
            <a:r>
              <a:rPr lang="ru-RU" sz="2400" dirty="0"/>
              <a:t>на </a:t>
            </a:r>
            <a:r>
              <a:rPr lang="en-US" sz="2400" i="1" dirty="0"/>
              <a:t>C++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404304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0F67-86B5-4B23-ADE4-82CDB60E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38539"/>
            <a:ext cx="10515600" cy="1452150"/>
          </a:xfrm>
        </p:spPr>
        <p:txBody>
          <a:bodyPr>
            <a:normAutofit/>
          </a:bodyPr>
          <a:lstStyle/>
          <a:p>
            <a:r>
              <a:rPr lang="ru-RU" sz="4000" dirty="0"/>
              <a:t>Создание репозитория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11E494B-96FB-4A2F-A878-72B582E533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1489645"/>
            <a:ext cx="903922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5445471-9284-4E55-A925-0E53FD309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3904853"/>
            <a:ext cx="9039225" cy="264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40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9634-6F27-4B55-ACD4-9FFFFD9E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Реализация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5EA1E-381F-4E58-AB32-D239F1E4A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12262"/>
          </a:xfrm>
        </p:spPr>
        <p:txBody>
          <a:bodyPr>
            <a:noAutofit/>
          </a:bodyPr>
          <a:lstStyle/>
          <a:p>
            <a:r>
              <a:rPr lang="ru-RU" sz="2400" dirty="0"/>
              <a:t>Язык</a:t>
            </a:r>
            <a:r>
              <a:rPr lang="en-US" sz="2400" dirty="0"/>
              <a:t>:</a:t>
            </a:r>
            <a:r>
              <a:rPr lang="ru-RU" sz="2400" dirty="0"/>
              <a:t> </a:t>
            </a:r>
            <a:r>
              <a:rPr lang="en-US" sz="2400" i="1" u="sng" dirty="0"/>
              <a:t>C</a:t>
            </a:r>
            <a:r>
              <a:rPr lang="ru-RU" sz="2400" i="1" u="sng" dirty="0"/>
              <a:t>++</a:t>
            </a:r>
            <a:r>
              <a:rPr lang="en-US" sz="2400" i="1" u="sng" dirty="0"/>
              <a:t> </a:t>
            </a:r>
            <a:r>
              <a:rPr lang="en-US" sz="2400" dirty="0"/>
              <a:t>(</a:t>
            </a:r>
            <a:r>
              <a:rPr lang="ru-RU" sz="2400" dirty="0"/>
              <a:t>Только стандартные библиотеки, без сложностей).</a:t>
            </a:r>
          </a:p>
          <a:p>
            <a:r>
              <a:rPr lang="ru-RU" sz="2400" dirty="0"/>
              <a:t>Сборка</a:t>
            </a:r>
            <a:r>
              <a:rPr lang="en-US" sz="2400" dirty="0"/>
              <a:t>:</a:t>
            </a:r>
            <a:r>
              <a:rPr lang="ru-RU" sz="2400" dirty="0"/>
              <a:t> </a:t>
            </a:r>
            <a:r>
              <a:rPr lang="en-US" sz="2400" i="1" u="sng" dirty="0" err="1"/>
              <a:t>Cmake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r>
              <a:rPr lang="ru-RU" sz="2400" dirty="0"/>
              <a:t>Структура работы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i="1" u="sng" dirty="0" err="1"/>
              <a:t>src</a:t>
            </a:r>
            <a:r>
              <a:rPr lang="en-US" sz="2400" i="1" u="sng" dirty="0"/>
              <a:t>/main.cpp </a:t>
            </a:r>
            <a:r>
              <a:rPr lang="en-US" sz="2400" dirty="0"/>
              <a:t>– </a:t>
            </a:r>
            <a:r>
              <a:rPr lang="ru-RU" sz="2400" dirty="0"/>
              <a:t>запуск игрового цикла</a:t>
            </a:r>
          </a:p>
          <a:p>
            <a:pPr marL="0" indent="0">
              <a:buNone/>
            </a:pPr>
            <a:r>
              <a:rPr lang="en-US" sz="2400" i="1" u="sng" dirty="0" err="1"/>
              <a:t>src</a:t>
            </a:r>
            <a:r>
              <a:rPr lang="en-US" sz="2400" i="1" u="sng" dirty="0"/>
              <a:t>/game.cpp </a:t>
            </a:r>
            <a:r>
              <a:rPr lang="en-US" sz="2400" dirty="0"/>
              <a:t>– </a:t>
            </a:r>
            <a:r>
              <a:rPr lang="ru-RU" sz="2400" dirty="0"/>
              <a:t>вся игровая логика</a:t>
            </a:r>
          </a:p>
          <a:p>
            <a:pPr marL="0" indent="0">
              <a:buNone/>
            </a:pPr>
            <a:r>
              <a:rPr lang="en-US" sz="2400" i="1" u="sng" dirty="0"/>
              <a:t>CMakeLists.txt </a:t>
            </a:r>
            <a:r>
              <a:rPr lang="en-US" sz="2400" dirty="0"/>
              <a:t>– </a:t>
            </a:r>
            <a:r>
              <a:rPr lang="ru-RU" sz="2400" dirty="0"/>
              <a:t>конфигурация сборки</a:t>
            </a:r>
          </a:p>
          <a:p>
            <a:pPr marL="0" indent="0">
              <a:buNone/>
            </a:pPr>
            <a:r>
              <a:rPr lang="en-US" sz="2400" i="1" u="sng" dirty="0"/>
              <a:t>.</a:t>
            </a:r>
            <a:r>
              <a:rPr lang="en-US" sz="2400" i="1" u="sng" dirty="0" err="1"/>
              <a:t>gitignore</a:t>
            </a:r>
            <a:r>
              <a:rPr lang="en-US" sz="2400" i="1" u="sng" dirty="0"/>
              <a:t> </a:t>
            </a:r>
            <a:r>
              <a:rPr lang="en-US" sz="2400" dirty="0"/>
              <a:t>– </a:t>
            </a:r>
            <a:r>
              <a:rPr lang="ru-RU" sz="2400" dirty="0"/>
              <a:t>исключает </a:t>
            </a:r>
            <a:r>
              <a:rPr lang="en-US" sz="2400" i="1" dirty="0"/>
              <a:t>token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i="1" dirty="0"/>
              <a:t>build</a:t>
            </a:r>
            <a:endParaRPr lang="ru-RU" sz="2400" i="1" dirty="0"/>
          </a:p>
          <a:p>
            <a:endParaRPr lang="en-US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Ссылка на репозиторий - </a:t>
            </a:r>
            <a:r>
              <a:rPr lang="en-US" sz="2400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https://github.com/HubbaBubba3000/tictactoe</a:t>
            </a:r>
            <a:endParaRPr lang="ru-RU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059C78-92CB-4F57-82B4-F5C31FABC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714" y="2506131"/>
            <a:ext cx="326707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2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F2C4-F7B4-45C5-8569-A7DE10A51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Особенности реализации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DC25A-DA15-45F2-B302-69423A304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1078"/>
          </a:xfrm>
        </p:spPr>
        <p:txBody>
          <a:bodyPr>
            <a:noAutofit/>
          </a:bodyPr>
          <a:lstStyle/>
          <a:p>
            <a:r>
              <a:rPr lang="ru-RU" sz="2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Массив для хранения состояния игрового поля</a:t>
            </a:r>
            <a:endParaRPr lang="en-US" sz="24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sz="24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Ф</a:t>
            </a:r>
            <a:r>
              <a:rPr lang="ru-RU" sz="2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ункции для вывода поля</a:t>
            </a:r>
          </a:p>
          <a:p>
            <a:endParaRPr 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П</a:t>
            </a:r>
            <a:r>
              <a:rPr lang="ru-RU" sz="2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роверки победы и обработки хода</a:t>
            </a:r>
          </a:p>
          <a:p>
            <a:endParaRPr lang="ru-RU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/>
              <a:t>Основные элементы</a:t>
            </a:r>
            <a:r>
              <a:rPr lang="en-US" sz="2400" dirty="0"/>
              <a:t>:</a:t>
            </a:r>
          </a:p>
          <a:p>
            <a:r>
              <a:rPr lang="ru-RU" sz="2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Циклы для итерации ходов</a:t>
            </a:r>
          </a:p>
          <a:p>
            <a:endParaRPr lang="en-US" sz="24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Циклы для проверки условий победы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41708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3A7E9-675D-45AF-8C14-CFE02261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Архитектура </a:t>
            </a:r>
            <a:r>
              <a:rPr lang="en-US" sz="4000" b="1" i="1" dirty="0" err="1"/>
              <a:t>TicTacToe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CFB34-3AAF-437A-ACA8-2C4E30DD0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9479"/>
            <a:ext cx="10515600" cy="4535418"/>
          </a:xfrm>
        </p:spPr>
        <p:txBody>
          <a:bodyPr>
            <a:normAutofit/>
          </a:bodyPr>
          <a:lstStyle/>
          <a:p>
            <a:r>
              <a:rPr lang="ru-RU" sz="2400" dirty="0"/>
              <a:t>Данные</a:t>
            </a:r>
            <a:r>
              <a:rPr lang="en-US" sz="2400" dirty="0"/>
              <a:t> </a:t>
            </a:r>
            <a:r>
              <a:rPr lang="ru-RU" sz="2400" dirty="0"/>
              <a:t>класса</a:t>
            </a:r>
          </a:p>
          <a:p>
            <a:pPr marL="0" indent="0">
              <a:buNone/>
            </a:pPr>
            <a:r>
              <a:rPr lang="en-US" sz="2400" i="1" u="sng" dirty="0"/>
              <a:t>std::vector&lt;std::vector&lt;char&gt;&gt; Board</a:t>
            </a:r>
            <a:r>
              <a:rPr lang="ru-RU" sz="2400" i="1" u="sng" dirty="0"/>
              <a:t> </a:t>
            </a:r>
            <a:r>
              <a:rPr lang="ru-RU" sz="2400" dirty="0"/>
              <a:t>– игровое поле 3х3</a:t>
            </a:r>
          </a:p>
          <a:p>
            <a:pPr marL="0" indent="0">
              <a:buNone/>
            </a:pPr>
            <a:r>
              <a:rPr lang="en-US" sz="2400" i="1" u="sng" dirty="0"/>
              <a:t>char player </a:t>
            </a:r>
            <a:r>
              <a:rPr lang="en-US" sz="2400" dirty="0"/>
              <a:t>– </a:t>
            </a:r>
            <a:r>
              <a:rPr lang="ru-RU" sz="2400" dirty="0"/>
              <a:t>текущий игрок(</a:t>
            </a:r>
            <a:r>
              <a:rPr lang="en-US" sz="2400" dirty="0"/>
              <a:t>‘X’ </a:t>
            </a:r>
            <a:r>
              <a:rPr lang="ru-RU" sz="2400" dirty="0"/>
              <a:t>или </a:t>
            </a:r>
            <a:r>
              <a:rPr lang="en-US" sz="2400" dirty="0"/>
              <a:t>‘O’)</a:t>
            </a:r>
          </a:p>
          <a:p>
            <a:pPr marL="0" indent="0">
              <a:buNone/>
            </a:pPr>
            <a:r>
              <a:rPr lang="en-US" sz="2400" i="1" u="sng" dirty="0"/>
              <a:t>Bool </a:t>
            </a:r>
            <a:r>
              <a:rPr lang="en-US" sz="2400" i="1" u="sng" dirty="0" err="1"/>
              <a:t>gameover</a:t>
            </a:r>
            <a:r>
              <a:rPr lang="en-US" sz="2400" i="1" u="sng" dirty="0"/>
              <a:t> </a:t>
            </a:r>
            <a:r>
              <a:rPr lang="en-US" sz="2400" dirty="0"/>
              <a:t>– c</a:t>
            </a:r>
            <a:r>
              <a:rPr lang="ru-RU" sz="2400" dirty="0"/>
              <a:t>остояние игры</a:t>
            </a:r>
          </a:p>
          <a:p>
            <a:pPr marL="0" indent="0">
              <a:buNone/>
            </a:pPr>
            <a:endParaRPr lang="ru-RU" sz="2400" dirty="0"/>
          </a:p>
          <a:p>
            <a:r>
              <a:rPr lang="ru-RU" sz="2400" dirty="0"/>
              <a:t>Ключевые Методы</a:t>
            </a:r>
          </a:p>
          <a:p>
            <a:pPr marL="0" indent="0">
              <a:buNone/>
            </a:pPr>
            <a:r>
              <a:rPr lang="en-US" sz="2400" i="1" u="sng" dirty="0"/>
              <a:t>Display() </a:t>
            </a:r>
            <a:r>
              <a:rPr lang="en-US" sz="2400" dirty="0"/>
              <a:t>– </a:t>
            </a:r>
            <a:r>
              <a:rPr lang="ru-RU" sz="2400" dirty="0"/>
              <a:t>вывод доски с разделителями</a:t>
            </a:r>
          </a:p>
          <a:p>
            <a:pPr marL="0" indent="0">
              <a:buNone/>
            </a:pPr>
            <a:r>
              <a:rPr lang="en-US" sz="2400" i="1" u="sng" dirty="0" err="1"/>
              <a:t>checkWin</a:t>
            </a:r>
            <a:r>
              <a:rPr lang="en-US" sz="2400" i="1" u="sng" dirty="0"/>
              <a:t>() </a:t>
            </a:r>
            <a:r>
              <a:rPr lang="en-US" sz="2400" dirty="0"/>
              <a:t>– </a:t>
            </a:r>
            <a:r>
              <a:rPr lang="ru-RU" sz="2400" dirty="0"/>
              <a:t>проверка линий(3 столбца, 3 строки, 2 диагонали)</a:t>
            </a:r>
          </a:p>
          <a:p>
            <a:pPr marL="0" indent="0">
              <a:buNone/>
            </a:pPr>
            <a:r>
              <a:rPr lang="en-US" sz="2400" i="1" u="sng" dirty="0" err="1"/>
              <a:t>checkDraw</a:t>
            </a:r>
            <a:r>
              <a:rPr lang="en-US" sz="2400" i="1" u="sng" dirty="0"/>
              <a:t>() </a:t>
            </a:r>
            <a:r>
              <a:rPr lang="en-US" sz="2400" dirty="0"/>
              <a:t>– </a:t>
            </a:r>
            <a:r>
              <a:rPr lang="ru-RU" sz="2400" dirty="0"/>
              <a:t>проверка заполнения всех клеток</a:t>
            </a:r>
          </a:p>
          <a:p>
            <a:pPr marL="0" indent="0">
              <a:buNone/>
            </a:pPr>
            <a:r>
              <a:rPr lang="en-US" sz="2400" i="1" u="sng" dirty="0"/>
              <a:t>Switch</a:t>
            </a:r>
            <a:r>
              <a:rPr lang="ru-RU" sz="2400" i="1" u="sng" dirty="0"/>
              <a:t>()</a:t>
            </a:r>
            <a:r>
              <a:rPr lang="en-US" sz="2400" i="1" u="sng" dirty="0"/>
              <a:t> </a:t>
            </a:r>
            <a:r>
              <a:rPr lang="en-US" sz="2400" dirty="0"/>
              <a:t>– </a:t>
            </a:r>
            <a:r>
              <a:rPr lang="ru-RU" sz="2400" dirty="0"/>
              <a:t>смена игрока</a:t>
            </a:r>
            <a:r>
              <a:rPr lang="en-US" sz="2400" dirty="0"/>
              <a:t>: </a:t>
            </a:r>
            <a:r>
              <a:rPr lang="en-US" sz="2400" i="1" dirty="0"/>
              <a:t>player = (player == ‘X’</a:t>
            </a:r>
            <a:r>
              <a:rPr lang="ru-RU" sz="2400" i="1" dirty="0"/>
              <a:t>) ? </a:t>
            </a:r>
            <a:r>
              <a:rPr lang="en-US" sz="2400" i="1" dirty="0"/>
              <a:t>‘O’ : ‘X’</a:t>
            </a:r>
            <a:endParaRPr lang="ru-RU" sz="2400" i="1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221008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4044-3864-4A29-B3B5-42C0D604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Игровой процесс с обработкой ошибок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9404E-3E48-4304-8235-A041877B1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/>
              <a:t>Основной цикл в </a:t>
            </a:r>
            <a:r>
              <a:rPr lang="en-US" sz="2400" i="1" u="sng" dirty="0" err="1"/>
              <a:t>playGame</a:t>
            </a:r>
            <a:r>
              <a:rPr lang="en-US" sz="2400" i="1" u="sng" dirty="0"/>
              <a:t>():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Отображение поля и приглашение к ходу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Ввод с проверкой</a:t>
            </a:r>
            <a:r>
              <a:rPr lang="en-US" sz="2400" dirty="0"/>
              <a:t>:</a:t>
            </a:r>
          </a:p>
          <a:p>
            <a:r>
              <a:rPr lang="ru-RU" sz="2400" dirty="0"/>
              <a:t>Корректность чисел</a:t>
            </a:r>
          </a:p>
          <a:p>
            <a:r>
              <a:rPr lang="ru-RU" sz="2400" dirty="0"/>
              <a:t>Свободна ли клетка</a:t>
            </a:r>
          </a:p>
          <a:p>
            <a:r>
              <a:rPr lang="ru-RU" sz="2400" dirty="0"/>
              <a:t>Очистка буфера ввода при ошибках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dirty="0"/>
              <a:t>3.   Проверка победы</a:t>
            </a:r>
            <a:r>
              <a:rPr lang="en-US" sz="2400" dirty="0"/>
              <a:t>/</a:t>
            </a:r>
            <a:r>
              <a:rPr lang="ru-RU" sz="2400" dirty="0"/>
              <a:t>ничьи после каждого хода</a:t>
            </a:r>
            <a:endParaRPr lang="en-US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04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E0153-9311-4AAF-8D19-2F6E47C50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Пример работы приложения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A8EEA84C-1BD1-4E31-A6E2-C4B1F0048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17" y="1690688"/>
            <a:ext cx="4139316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C854220-5117-479D-89E8-CAA619173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707" y="1690688"/>
            <a:ext cx="4615235" cy="460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953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296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Лабороторная работа №6</vt:lpstr>
      <vt:lpstr>Цель и задачи работы:</vt:lpstr>
      <vt:lpstr>Создание репозитория:</vt:lpstr>
      <vt:lpstr>Реализация:</vt:lpstr>
      <vt:lpstr>Особенности реализации:</vt:lpstr>
      <vt:lpstr>Архитектура TicTacToe:</vt:lpstr>
      <vt:lpstr>Игровой процесс с обработкой ошибок:</vt:lpstr>
      <vt:lpstr>Пример работы приложения: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Лабороторная работа №6</dc:title>
  <dc:creator>Егор Дозморов</dc:creator>
  <cp:lastModifiedBy>Егор Дозморов</cp:lastModifiedBy>
  <cp:revision>14</cp:revision>
  <dcterms:created xsi:type="dcterms:W3CDTF">2025-11-12T13:51:21Z</dcterms:created>
  <dcterms:modified xsi:type="dcterms:W3CDTF">2025-11-12T15:41:46Z</dcterms:modified>
</cp:coreProperties>
</file>